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46" autoAdjust="0"/>
  </p:normalViewPr>
  <p:slideViewPr>
    <p:cSldViewPr snapToGrid="0">
      <p:cViewPr varScale="1">
        <p:scale>
          <a:sx n="106" d="100"/>
          <a:sy n="106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2623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9638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930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595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053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022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3828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342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349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218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8806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621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386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1481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9430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81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503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F7283D9-D767-4439-A6D6-B23AC2133B0D}" type="datetimeFigureOut">
              <a:rPr lang="es-ES" smtClean="0"/>
              <a:t>23/11/2023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DA4E70-9A03-4B60-A027-C28B0D5F2C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680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3F6EA-6140-4513-88A9-7C38C9E5D3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JUEGO DE LOS NÚMEROS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0A27C-F7E2-4476-96B8-2DF5B0373C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DARIO NIETO LORENTE</a:t>
            </a:r>
          </a:p>
        </p:txBody>
      </p:sp>
      <p:sp>
        <p:nvSpPr>
          <p:cNvPr id="4" name="Elips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EB187CC-A65E-4EC1-B709-DA3AB56A5EEF}"/>
              </a:ext>
            </a:extLst>
          </p:cNvPr>
          <p:cNvSpPr/>
          <p:nvPr/>
        </p:nvSpPr>
        <p:spPr>
          <a:xfrm>
            <a:off x="5504329" y="4831976"/>
            <a:ext cx="2447365" cy="770965"/>
          </a:xfrm>
          <a:prstGeom prst="ellipse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INICIAR</a:t>
            </a:r>
          </a:p>
        </p:txBody>
      </p:sp>
    </p:spTree>
    <p:extLst>
      <p:ext uri="{BB962C8B-B14F-4D97-AF65-F5344CB8AC3E}">
        <p14:creationId xmlns:p14="http://schemas.microsoft.com/office/powerpoint/2010/main" val="5905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B78FC893-62BD-4803-AD98-9B5AFA1309AE}"/>
              </a:ext>
            </a:extLst>
          </p:cNvPr>
          <p:cNvSpPr/>
          <p:nvPr/>
        </p:nvSpPr>
        <p:spPr>
          <a:xfrm>
            <a:off x="514350" y="130100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76" name="Rectángulo: esquinas redondeadas 75">
            <a:extLst>
              <a:ext uri="{FF2B5EF4-FFF2-40B4-BE49-F238E27FC236}">
                <a16:creationId xmlns:a16="http://schemas.microsoft.com/office/drawing/2014/main" id="{9AF71647-FE18-4E64-B103-C218B7B8E78F}"/>
              </a:ext>
            </a:extLst>
          </p:cNvPr>
          <p:cNvSpPr/>
          <p:nvPr/>
        </p:nvSpPr>
        <p:spPr>
          <a:xfrm>
            <a:off x="1805268" y="130100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77" name="Rectángulo: esquinas redondeadas 76">
            <a:extLst>
              <a:ext uri="{FF2B5EF4-FFF2-40B4-BE49-F238E27FC236}">
                <a16:creationId xmlns:a16="http://schemas.microsoft.com/office/drawing/2014/main" id="{F8A60994-520C-424A-880B-BB841FB8D3CF}"/>
              </a:ext>
            </a:extLst>
          </p:cNvPr>
          <p:cNvSpPr/>
          <p:nvPr/>
        </p:nvSpPr>
        <p:spPr>
          <a:xfrm>
            <a:off x="3096186" y="130100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AD288BF2-CC9C-42A8-9703-5B5662837A30}"/>
              </a:ext>
            </a:extLst>
          </p:cNvPr>
          <p:cNvSpPr/>
          <p:nvPr/>
        </p:nvSpPr>
        <p:spPr>
          <a:xfrm>
            <a:off x="4387104" y="130100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25</a:t>
            </a:r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0C03D5E2-1A02-4EE4-A23E-2A8C7253E6B7}"/>
              </a:ext>
            </a:extLst>
          </p:cNvPr>
          <p:cNvSpPr/>
          <p:nvPr/>
        </p:nvSpPr>
        <p:spPr>
          <a:xfrm>
            <a:off x="5678022" y="130100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BDE4205D-52F9-4C6D-A680-B82EE5167FA5}"/>
              </a:ext>
            </a:extLst>
          </p:cNvPr>
          <p:cNvSpPr/>
          <p:nvPr/>
        </p:nvSpPr>
        <p:spPr>
          <a:xfrm>
            <a:off x="6968940" y="130100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26</a:t>
            </a:r>
          </a:p>
        </p:txBody>
      </p:sp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A5002C77-CAFE-493F-B409-FC57119D49D8}"/>
              </a:ext>
            </a:extLst>
          </p:cNvPr>
          <p:cNvSpPr/>
          <p:nvPr/>
        </p:nvSpPr>
        <p:spPr>
          <a:xfrm>
            <a:off x="8259858" y="130100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20</a:t>
            </a:r>
          </a:p>
        </p:txBody>
      </p: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850A9A3F-BCD0-4569-9309-8BFDCE5310AD}"/>
              </a:ext>
            </a:extLst>
          </p:cNvPr>
          <p:cNvSpPr/>
          <p:nvPr/>
        </p:nvSpPr>
        <p:spPr>
          <a:xfrm>
            <a:off x="514350" y="229608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83" name="Rectángulo: esquinas redondeadas 82">
            <a:extLst>
              <a:ext uri="{FF2B5EF4-FFF2-40B4-BE49-F238E27FC236}">
                <a16:creationId xmlns:a16="http://schemas.microsoft.com/office/drawing/2014/main" id="{4927259F-317D-4334-9120-0F198DB93B93}"/>
              </a:ext>
            </a:extLst>
          </p:cNvPr>
          <p:cNvSpPr/>
          <p:nvPr/>
        </p:nvSpPr>
        <p:spPr>
          <a:xfrm>
            <a:off x="1805268" y="229608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19</a:t>
            </a:r>
          </a:p>
        </p:txBody>
      </p:sp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26E6AFD4-D60E-4233-A0B4-EF116FE13573}"/>
              </a:ext>
            </a:extLst>
          </p:cNvPr>
          <p:cNvSpPr/>
          <p:nvPr/>
        </p:nvSpPr>
        <p:spPr>
          <a:xfrm>
            <a:off x="3096186" y="229608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85" name="Rectángulo: esquinas redondeadas 84">
            <a:extLst>
              <a:ext uri="{FF2B5EF4-FFF2-40B4-BE49-F238E27FC236}">
                <a16:creationId xmlns:a16="http://schemas.microsoft.com/office/drawing/2014/main" id="{537A94E9-8240-489D-A213-A0645217106F}"/>
              </a:ext>
            </a:extLst>
          </p:cNvPr>
          <p:cNvSpPr/>
          <p:nvPr/>
        </p:nvSpPr>
        <p:spPr>
          <a:xfrm>
            <a:off x="4387104" y="229608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23</a:t>
            </a:r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A279B1D3-6E91-4A3B-869A-FF8FCEA41532}"/>
              </a:ext>
            </a:extLst>
          </p:cNvPr>
          <p:cNvSpPr/>
          <p:nvPr/>
        </p:nvSpPr>
        <p:spPr>
          <a:xfrm>
            <a:off x="5678022" y="229608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0C17BF95-3F30-4EF0-9F86-FCB399045EAD}"/>
              </a:ext>
            </a:extLst>
          </p:cNvPr>
          <p:cNvSpPr/>
          <p:nvPr/>
        </p:nvSpPr>
        <p:spPr>
          <a:xfrm>
            <a:off x="6968940" y="229608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88" name="Rectángulo: esquinas redondeadas 87">
            <a:extLst>
              <a:ext uri="{FF2B5EF4-FFF2-40B4-BE49-F238E27FC236}">
                <a16:creationId xmlns:a16="http://schemas.microsoft.com/office/drawing/2014/main" id="{675F3A22-FA9D-4A88-BE4F-CC317C88A833}"/>
              </a:ext>
            </a:extLst>
          </p:cNvPr>
          <p:cNvSpPr/>
          <p:nvPr/>
        </p:nvSpPr>
        <p:spPr>
          <a:xfrm>
            <a:off x="8259858" y="229608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89" name="Rectángulo: esquinas redondeadas 88">
            <a:extLst>
              <a:ext uri="{FF2B5EF4-FFF2-40B4-BE49-F238E27FC236}">
                <a16:creationId xmlns:a16="http://schemas.microsoft.com/office/drawing/2014/main" id="{B37E70C1-AFC3-4AA7-9B81-E92FF20C28AF}"/>
              </a:ext>
            </a:extLst>
          </p:cNvPr>
          <p:cNvSpPr/>
          <p:nvPr/>
        </p:nvSpPr>
        <p:spPr>
          <a:xfrm>
            <a:off x="514350" y="329116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90" name="Rectángulo: esquinas redondeadas 89">
            <a:extLst>
              <a:ext uri="{FF2B5EF4-FFF2-40B4-BE49-F238E27FC236}">
                <a16:creationId xmlns:a16="http://schemas.microsoft.com/office/drawing/2014/main" id="{3941226C-5DD6-45AB-8632-9EF5DF507B0D}"/>
              </a:ext>
            </a:extLst>
          </p:cNvPr>
          <p:cNvSpPr/>
          <p:nvPr/>
        </p:nvSpPr>
        <p:spPr>
          <a:xfrm>
            <a:off x="1805268" y="329116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22</a:t>
            </a:r>
          </a:p>
        </p:txBody>
      </p:sp>
      <p:sp>
        <p:nvSpPr>
          <p:cNvPr id="91" name="Rectángulo: esquinas redondeadas 90">
            <a:extLst>
              <a:ext uri="{FF2B5EF4-FFF2-40B4-BE49-F238E27FC236}">
                <a16:creationId xmlns:a16="http://schemas.microsoft.com/office/drawing/2014/main" id="{EE7E3287-01B6-44FC-9A9A-CE1173BB6713}"/>
              </a:ext>
            </a:extLst>
          </p:cNvPr>
          <p:cNvSpPr/>
          <p:nvPr/>
        </p:nvSpPr>
        <p:spPr>
          <a:xfrm>
            <a:off x="3096186" y="329116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92" name="Rectángulo: esquinas redondeadas 91">
            <a:extLst>
              <a:ext uri="{FF2B5EF4-FFF2-40B4-BE49-F238E27FC236}">
                <a16:creationId xmlns:a16="http://schemas.microsoft.com/office/drawing/2014/main" id="{E87541D3-495B-43B6-A86C-E63B7C19C6D6}"/>
              </a:ext>
            </a:extLst>
          </p:cNvPr>
          <p:cNvSpPr/>
          <p:nvPr/>
        </p:nvSpPr>
        <p:spPr>
          <a:xfrm>
            <a:off x="4387104" y="329116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93" name="Rectángulo: esquinas redondeadas 92">
            <a:extLst>
              <a:ext uri="{FF2B5EF4-FFF2-40B4-BE49-F238E27FC236}">
                <a16:creationId xmlns:a16="http://schemas.microsoft.com/office/drawing/2014/main" id="{4172E815-7D8B-4C44-A5D2-BC7E0DC1A87C}"/>
              </a:ext>
            </a:extLst>
          </p:cNvPr>
          <p:cNvSpPr/>
          <p:nvPr/>
        </p:nvSpPr>
        <p:spPr>
          <a:xfrm>
            <a:off x="5678022" y="329116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21</a:t>
            </a:r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57E5B989-8C94-4850-BD34-5A31307EBEAB}"/>
              </a:ext>
            </a:extLst>
          </p:cNvPr>
          <p:cNvSpPr/>
          <p:nvPr/>
        </p:nvSpPr>
        <p:spPr>
          <a:xfrm>
            <a:off x="6968940" y="329116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27</a:t>
            </a:r>
          </a:p>
        </p:txBody>
      </p:sp>
      <p:sp>
        <p:nvSpPr>
          <p:cNvPr id="95" name="Rectángulo: esquinas redondeadas 94">
            <a:extLst>
              <a:ext uri="{FF2B5EF4-FFF2-40B4-BE49-F238E27FC236}">
                <a16:creationId xmlns:a16="http://schemas.microsoft.com/office/drawing/2014/main" id="{6E46B3B8-5EEC-4DB8-8B50-78872675D4E9}"/>
              </a:ext>
            </a:extLst>
          </p:cNvPr>
          <p:cNvSpPr/>
          <p:nvPr/>
        </p:nvSpPr>
        <p:spPr>
          <a:xfrm>
            <a:off x="8259858" y="329116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28</a:t>
            </a:r>
          </a:p>
        </p:txBody>
      </p:sp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742697D6-702F-40DA-BE9A-CAE1122BF1E5}"/>
              </a:ext>
            </a:extLst>
          </p:cNvPr>
          <p:cNvSpPr/>
          <p:nvPr/>
        </p:nvSpPr>
        <p:spPr>
          <a:xfrm>
            <a:off x="514350" y="428624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12</a:t>
            </a:r>
          </a:p>
        </p:txBody>
      </p:sp>
      <p:sp>
        <p:nvSpPr>
          <p:cNvPr id="97" name="Rectángulo: esquinas redondeadas 96">
            <a:extLst>
              <a:ext uri="{FF2B5EF4-FFF2-40B4-BE49-F238E27FC236}">
                <a16:creationId xmlns:a16="http://schemas.microsoft.com/office/drawing/2014/main" id="{ABC4E40D-FF25-4797-8AF9-30B5E1477759}"/>
              </a:ext>
            </a:extLst>
          </p:cNvPr>
          <p:cNvSpPr/>
          <p:nvPr/>
        </p:nvSpPr>
        <p:spPr>
          <a:xfrm>
            <a:off x="1805268" y="428624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</a:p>
        </p:txBody>
      </p:sp>
      <p:sp>
        <p:nvSpPr>
          <p:cNvPr id="98" name="Rectángulo: esquinas redondeadas 97">
            <a:extLst>
              <a:ext uri="{FF2B5EF4-FFF2-40B4-BE49-F238E27FC236}">
                <a16:creationId xmlns:a16="http://schemas.microsoft.com/office/drawing/2014/main" id="{E66E80FE-A821-4667-B4B8-77AF0EAB6914}"/>
              </a:ext>
            </a:extLst>
          </p:cNvPr>
          <p:cNvSpPr/>
          <p:nvPr/>
        </p:nvSpPr>
        <p:spPr>
          <a:xfrm>
            <a:off x="3096186" y="428624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99" name="Rectángulo: esquinas redondeadas 98">
            <a:extLst>
              <a:ext uri="{FF2B5EF4-FFF2-40B4-BE49-F238E27FC236}">
                <a16:creationId xmlns:a16="http://schemas.microsoft.com/office/drawing/2014/main" id="{48F55D6A-2E3D-4155-9EF7-AAA754971310}"/>
              </a:ext>
            </a:extLst>
          </p:cNvPr>
          <p:cNvSpPr/>
          <p:nvPr/>
        </p:nvSpPr>
        <p:spPr>
          <a:xfrm>
            <a:off x="4387104" y="428624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24</a:t>
            </a:r>
          </a:p>
        </p:txBody>
      </p:sp>
      <p:sp>
        <p:nvSpPr>
          <p:cNvPr id="100" name="Rectángulo: esquinas redondeadas 99">
            <a:extLst>
              <a:ext uri="{FF2B5EF4-FFF2-40B4-BE49-F238E27FC236}">
                <a16:creationId xmlns:a16="http://schemas.microsoft.com/office/drawing/2014/main" id="{90DEAAB6-94EE-436C-94E5-DF1366A5D5F6}"/>
              </a:ext>
            </a:extLst>
          </p:cNvPr>
          <p:cNvSpPr/>
          <p:nvPr/>
        </p:nvSpPr>
        <p:spPr>
          <a:xfrm>
            <a:off x="5678022" y="428624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101" name="Rectángulo: esquinas redondeadas 100">
            <a:extLst>
              <a:ext uri="{FF2B5EF4-FFF2-40B4-BE49-F238E27FC236}">
                <a16:creationId xmlns:a16="http://schemas.microsoft.com/office/drawing/2014/main" id="{08A6E1D0-CA46-47DB-8981-46FE327026AC}"/>
              </a:ext>
            </a:extLst>
          </p:cNvPr>
          <p:cNvSpPr/>
          <p:nvPr/>
        </p:nvSpPr>
        <p:spPr>
          <a:xfrm>
            <a:off x="6968940" y="428624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2FA9EBDD-9421-42B2-AB45-3FBC3C56A949}"/>
              </a:ext>
            </a:extLst>
          </p:cNvPr>
          <p:cNvSpPr/>
          <p:nvPr/>
        </p:nvSpPr>
        <p:spPr>
          <a:xfrm>
            <a:off x="8259858" y="428624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  <p:sp>
        <p:nvSpPr>
          <p:cNvPr id="112" name="Rectángulo: esquinas redondeadas 111">
            <a:extLst>
              <a:ext uri="{FF2B5EF4-FFF2-40B4-BE49-F238E27FC236}">
                <a16:creationId xmlns:a16="http://schemas.microsoft.com/office/drawing/2014/main" id="{32E5E2BB-095F-46AE-AA12-42D20688FAA4}"/>
              </a:ext>
            </a:extLst>
          </p:cNvPr>
          <p:cNvSpPr/>
          <p:nvPr/>
        </p:nvSpPr>
        <p:spPr>
          <a:xfrm>
            <a:off x="4442012" y="367552"/>
            <a:ext cx="2664958" cy="601169"/>
          </a:xfrm>
          <a:prstGeom prst="roundRect">
            <a:avLst/>
          </a:prstGeom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MEMORIZA TIENES 1 MINUTO</a:t>
            </a:r>
          </a:p>
        </p:txBody>
      </p:sp>
      <p:sp>
        <p:nvSpPr>
          <p:cNvPr id="124" name="Forma libre: forma 123">
            <a:extLst>
              <a:ext uri="{FF2B5EF4-FFF2-40B4-BE49-F238E27FC236}">
                <a16:creationId xmlns:a16="http://schemas.microsoft.com/office/drawing/2014/main" id="{CE935E6C-4BB4-403E-B60D-75CF9306D306}"/>
              </a:ext>
            </a:extLst>
          </p:cNvPr>
          <p:cNvSpPr/>
          <p:nvPr/>
        </p:nvSpPr>
        <p:spPr>
          <a:xfrm rot="10800000">
            <a:off x="10097435" y="2106078"/>
            <a:ext cx="1698324" cy="2543225"/>
          </a:xfrm>
          <a:custGeom>
            <a:avLst/>
            <a:gdLst>
              <a:gd name="connsiteX0" fmla="*/ 1630595 w 1640563"/>
              <a:gd name="connsiteY0" fmla="*/ 2543225 h 2543225"/>
              <a:gd name="connsiteX1" fmla="*/ 8762 w 1640563"/>
              <a:gd name="connsiteY1" fmla="*/ 2532285 h 2543225"/>
              <a:gd name="connsiteX2" fmla="*/ 266127 w 1640563"/>
              <a:gd name="connsiteY2" fmla="*/ 1532550 h 2543225"/>
              <a:gd name="connsiteX3" fmla="*/ 530344 w 1640563"/>
              <a:gd name="connsiteY3" fmla="*/ 1307954 h 2543225"/>
              <a:gd name="connsiteX4" fmla="*/ 625394 w 1640563"/>
              <a:gd name="connsiteY4" fmla="*/ 1271901 h 2543225"/>
              <a:gd name="connsiteX5" fmla="*/ 519451 w 1640563"/>
              <a:gd name="connsiteY5" fmla="*/ 1229470 h 2543225"/>
              <a:gd name="connsiteX6" fmla="*/ 257577 w 1640563"/>
              <a:gd name="connsiteY6" fmla="*/ 999707 h 2543225"/>
              <a:gd name="connsiteX7" fmla="*/ 9968 w 1640563"/>
              <a:gd name="connsiteY7" fmla="*/ 0 h 2543225"/>
              <a:gd name="connsiteX8" fmla="*/ 1631801 w 1640563"/>
              <a:gd name="connsiteY8" fmla="*/ 10940 h 2543225"/>
              <a:gd name="connsiteX9" fmla="*/ 1374436 w 1640563"/>
              <a:gd name="connsiteY9" fmla="*/ 1010675 h 2543225"/>
              <a:gd name="connsiteX10" fmla="*/ 1110219 w 1640563"/>
              <a:gd name="connsiteY10" fmla="*/ 1235272 h 2543225"/>
              <a:gd name="connsiteX11" fmla="*/ 1015169 w 1640563"/>
              <a:gd name="connsiteY11" fmla="*/ 1271324 h 2543225"/>
              <a:gd name="connsiteX12" fmla="*/ 1121111 w 1640563"/>
              <a:gd name="connsiteY12" fmla="*/ 1313755 h 2543225"/>
              <a:gd name="connsiteX13" fmla="*/ 1382986 w 1640563"/>
              <a:gd name="connsiteY13" fmla="*/ 1543518 h 2543225"/>
              <a:gd name="connsiteX14" fmla="*/ 1630595 w 1640563"/>
              <a:gd name="connsiteY14" fmla="*/ 2543225 h 2543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40563" h="2543225">
                <a:moveTo>
                  <a:pt x="1630595" y="2543225"/>
                </a:moveTo>
                <a:lnTo>
                  <a:pt x="8762" y="2532285"/>
                </a:lnTo>
                <a:cubicBezTo>
                  <a:pt x="-30872" y="2160747"/>
                  <a:pt x="65534" y="1786259"/>
                  <a:pt x="266127" y="1532550"/>
                </a:cubicBezTo>
                <a:cubicBezTo>
                  <a:pt x="345346" y="1432354"/>
                  <a:pt x="435215" y="1357506"/>
                  <a:pt x="530344" y="1307954"/>
                </a:cubicBezTo>
                <a:lnTo>
                  <a:pt x="625394" y="1271901"/>
                </a:lnTo>
                <a:lnTo>
                  <a:pt x="519451" y="1229470"/>
                </a:lnTo>
                <a:cubicBezTo>
                  <a:pt x="424844" y="1178054"/>
                  <a:pt x="335755" y="1101448"/>
                  <a:pt x="257577" y="999707"/>
                </a:cubicBezTo>
                <a:cubicBezTo>
                  <a:pt x="60560" y="743309"/>
                  <a:pt x="-32095" y="369222"/>
                  <a:pt x="9968" y="0"/>
                </a:cubicBezTo>
                <a:lnTo>
                  <a:pt x="1631801" y="10940"/>
                </a:lnTo>
                <a:cubicBezTo>
                  <a:pt x="1671435" y="382478"/>
                  <a:pt x="1575029" y="756966"/>
                  <a:pt x="1374436" y="1010675"/>
                </a:cubicBezTo>
                <a:cubicBezTo>
                  <a:pt x="1295216" y="1110871"/>
                  <a:pt x="1205348" y="1185719"/>
                  <a:pt x="1110219" y="1235272"/>
                </a:cubicBezTo>
                <a:lnTo>
                  <a:pt x="1015169" y="1271324"/>
                </a:lnTo>
                <a:lnTo>
                  <a:pt x="1121111" y="1313755"/>
                </a:lnTo>
                <a:cubicBezTo>
                  <a:pt x="1215719" y="1365171"/>
                  <a:pt x="1304807" y="1441777"/>
                  <a:pt x="1382986" y="1543518"/>
                </a:cubicBezTo>
                <a:cubicBezTo>
                  <a:pt x="1580003" y="1799916"/>
                  <a:pt x="1672658" y="2174003"/>
                  <a:pt x="1630595" y="2543225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5" name="Rectángulo: esquinas redondeadas 124">
            <a:extLst>
              <a:ext uri="{FF2B5EF4-FFF2-40B4-BE49-F238E27FC236}">
                <a16:creationId xmlns:a16="http://schemas.microsoft.com/office/drawing/2014/main" id="{867FEC0E-E8AA-4F3B-BFD7-772DE19AB988}"/>
              </a:ext>
            </a:extLst>
          </p:cNvPr>
          <p:cNvSpPr/>
          <p:nvPr/>
        </p:nvSpPr>
        <p:spPr>
          <a:xfrm>
            <a:off x="9977718" y="1766047"/>
            <a:ext cx="1900517" cy="32385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6" name="Rectángulo: esquinas redondeadas 125">
            <a:extLst>
              <a:ext uri="{FF2B5EF4-FFF2-40B4-BE49-F238E27FC236}">
                <a16:creationId xmlns:a16="http://schemas.microsoft.com/office/drawing/2014/main" id="{D77A2007-74FE-4BCD-8EDC-D4978409F3B0}"/>
              </a:ext>
            </a:extLst>
          </p:cNvPr>
          <p:cNvSpPr/>
          <p:nvPr/>
        </p:nvSpPr>
        <p:spPr>
          <a:xfrm>
            <a:off x="9977718" y="4548652"/>
            <a:ext cx="1900517" cy="32385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8" name="Acorde 127">
            <a:extLst>
              <a:ext uri="{FF2B5EF4-FFF2-40B4-BE49-F238E27FC236}">
                <a16:creationId xmlns:a16="http://schemas.microsoft.com/office/drawing/2014/main" id="{A5553994-6EB7-48EE-ABF7-E771D5F073A7}"/>
              </a:ext>
            </a:extLst>
          </p:cNvPr>
          <p:cNvSpPr/>
          <p:nvPr/>
        </p:nvSpPr>
        <p:spPr>
          <a:xfrm rot="17599862">
            <a:off x="10215412" y="1884452"/>
            <a:ext cx="1526590" cy="1436311"/>
          </a:xfrm>
          <a:prstGeom prst="chord">
            <a:avLst>
              <a:gd name="adj1" fmla="val 2536942"/>
              <a:gd name="adj2" fmla="val 159582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9" name="Triángulo isósceles 128">
            <a:extLst>
              <a:ext uri="{FF2B5EF4-FFF2-40B4-BE49-F238E27FC236}">
                <a16:creationId xmlns:a16="http://schemas.microsoft.com/office/drawing/2014/main" id="{76509202-D0BE-4D7B-A662-AB8A5C2CADE7}"/>
              </a:ext>
            </a:extLst>
          </p:cNvPr>
          <p:cNvSpPr/>
          <p:nvPr/>
        </p:nvSpPr>
        <p:spPr>
          <a:xfrm>
            <a:off x="10168400" y="3291167"/>
            <a:ext cx="1542439" cy="1241239"/>
          </a:xfrm>
          <a:prstGeom prst="triangle">
            <a:avLst>
              <a:gd name="adj" fmla="val 5119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0" name="Rectángulo 129">
            <a:extLst>
              <a:ext uri="{FF2B5EF4-FFF2-40B4-BE49-F238E27FC236}">
                <a16:creationId xmlns:a16="http://schemas.microsoft.com/office/drawing/2014/main" id="{1F924EB8-A960-4E04-8562-9B6C6EBDC9CF}"/>
              </a:ext>
            </a:extLst>
          </p:cNvPr>
          <p:cNvSpPr/>
          <p:nvPr/>
        </p:nvSpPr>
        <p:spPr>
          <a:xfrm>
            <a:off x="10927976" y="3291167"/>
            <a:ext cx="45719" cy="12412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2" name="Rectángulo: esquinas redondeadas 131">
            <a:extLst>
              <a:ext uri="{FF2B5EF4-FFF2-40B4-BE49-F238E27FC236}">
                <a16:creationId xmlns:a16="http://schemas.microsoft.com/office/drawing/2014/main" id="{C3CE3FBF-774C-4BAD-B63F-53B83F12A5BA}"/>
              </a:ext>
            </a:extLst>
          </p:cNvPr>
          <p:cNvSpPr/>
          <p:nvPr/>
        </p:nvSpPr>
        <p:spPr>
          <a:xfrm>
            <a:off x="251563" y="1113577"/>
            <a:ext cx="9408486" cy="41102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DALE A INICIO PARA MOSTRAR</a:t>
            </a:r>
          </a:p>
        </p:txBody>
      </p:sp>
      <p:sp>
        <p:nvSpPr>
          <p:cNvPr id="133" name="BOTON">
            <a:extLst>
              <a:ext uri="{FF2B5EF4-FFF2-40B4-BE49-F238E27FC236}">
                <a16:creationId xmlns:a16="http://schemas.microsoft.com/office/drawing/2014/main" id="{BE7529EC-2019-4970-BDA8-37E8BD55F6F7}"/>
              </a:ext>
            </a:extLst>
          </p:cNvPr>
          <p:cNvSpPr/>
          <p:nvPr/>
        </p:nvSpPr>
        <p:spPr>
          <a:xfrm>
            <a:off x="10097435" y="271604"/>
            <a:ext cx="1640563" cy="6011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INICIO</a:t>
            </a:r>
          </a:p>
        </p:txBody>
      </p:sp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061CA115-8160-4C8A-8DD7-1504ABABA0CA}"/>
              </a:ext>
            </a:extLst>
          </p:cNvPr>
          <p:cNvSpPr/>
          <p:nvPr/>
        </p:nvSpPr>
        <p:spPr>
          <a:xfrm>
            <a:off x="251563" y="1113577"/>
            <a:ext cx="9408486" cy="41102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DALE HA INICIAR JUEGO PARA CONTINUAR</a:t>
            </a:r>
          </a:p>
        </p:txBody>
      </p:sp>
      <p:sp>
        <p:nvSpPr>
          <p:cNvPr id="135" name="Rectángulo: esquinas redondeadas 13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405A9AA-EBD6-4A24-8A64-623BEFEE0D1C}"/>
              </a:ext>
            </a:extLst>
          </p:cNvPr>
          <p:cNvSpPr/>
          <p:nvPr/>
        </p:nvSpPr>
        <p:spPr>
          <a:xfrm>
            <a:off x="3868736" y="5766170"/>
            <a:ext cx="3811509" cy="7242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376589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" dur="60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60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1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1500"/>
                            </p:stCondLst>
                            <p:childTnLst>
                              <p:par>
                                <p:cTn id="29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</p:childTnLst>
        </p:cTn>
      </p:par>
    </p:tnLst>
    <p:bldLst>
      <p:bldP spid="128" grpId="0" animBg="1"/>
      <p:bldP spid="129" grpId="0" animBg="1"/>
      <p:bldP spid="130" grpId="0" animBg="1"/>
      <p:bldP spid="132" grpId="0" animBg="1"/>
      <p:bldP spid="133" grpId="0" animBg="1"/>
      <p:bldP spid="134" grpId="0" animBg="1"/>
      <p:bldP spid="1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hlinkClick r:id="rId2" action="ppaction://hlinksldjump"/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5" name="Rectángulo: esquinas redondeadas 44">
            <a:hlinkClick r:id="rId2" action="ppaction://hlinksldjump"/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hlinkClick r:id="rId2" action="ppaction://hlinksldjump"/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hlinkClick r:id="rId2" action="ppaction://hlinksldjump"/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8" name="Rectángulo: esquinas redondeadas 57">
            <a:hlinkClick r:id="rId2" action="ppaction://hlinksldjump"/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hlinkClick r:id="rId2" action="ppaction://hlinksldjump"/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rId2" action="ppaction://hlinksldjump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hlinkClick r:id="rId2" action="ppaction://hlinksldjump"/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hlinkClick r:id="rId2" action="ppaction://hlinksldjump"/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0" name="Rectángulo: esquinas redondeadas 69">
            <a:hlinkClick r:id="rId2" action="ppaction://hlinksldjump"/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1" name="Rectángulo: esquinas redondeadas 70">
            <a:hlinkClick r:id="rId2" action="ppaction://hlinksldjump"/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626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hlinkClick r:id="rId2" action="ppaction://hlinksldjump"/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5" name="Rectángulo: esquinas redondeadas 44">
            <a:hlinkClick r:id="rId2" action="ppaction://hlinksldjump"/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hlinkClick r:id="rId2" action="ppaction://hlinksldjump"/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hlinkClick r:id="rId2" action="ppaction://hlinksldjump"/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8" name="Rectángulo: esquinas redondeadas 57">
            <a:hlinkClick r:id="rId2" action="ppaction://hlinksldjump"/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hlinkClick r:id="rId2" action="ppaction://hlinksldjump"/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rId2" action="ppaction://hlinksldjump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hlinkClick r:id="rId2" action="ppaction://hlinksldjump"/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hlinkClick r:id="rId2" action="ppaction://hlinksldjump"/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0" name="Rectángulo: esquinas redondeadas 6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1" name="Rectángulo: esquinas redondeadas 70">
            <a:hlinkClick r:id="rId2" action="ppaction://hlinksldjump"/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1701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hlinkClick r:id="rId2" action="ppaction://hlinksldjump"/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5" name="Rectángulo: esquinas redondeadas 44">
            <a:hlinkClick r:id="rId2" action="ppaction://hlinksldjump"/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hlinkClick r:id="rId2" action="ppaction://hlinksldjump"/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8" name="Rectángulo: esquinas redondeadas 57">
            <a:hlinkClick r:id="rId2" action="ppaction://hlinksldjump"/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hlinkClick r:id="rId2" action="ppaction://hlinksldjump"/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rId2" action="ppaction://hlinksldjump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hlinkClick r:id="rId2" action="ppaction://hlinksldjump"/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hlinkClick r:id="rId2" action="ppaction://hlinksldjump"/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hlinkClick r:id="rId2" action="ppaction://hlinksldjump"/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640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hlinkClick r:id="rId2" action="ppaction://hlinksldjump"/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5" name="Rectángulo: esquinas redondeadas 44">
            <a:hlinkClick r:id="rId2" action="ppaction://hlinksldjump"/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hlinkClick r:id="rId2" action="ppaction://hlinksldjump"/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hlinkClick r:id="rId2" action="ppaction://hlinksldjump"/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rId2" action="ppaction://hlinksldjump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hlinkClick r:id="rId2" action="ppaction://hlinksldjump"/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hlinkClick r:id="rId2" action="ppaction://hlinksldjump"/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hlinkClick r:id="rId2" action="ppaction://hlinksldjump"/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582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hlinkClick r:id="rId2" action="ppaction://hlinksldjump"/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5" name="Rectángulo: esquinas redondeadas 44">
            <a:hlinkClick r:id="rId2" action="ppaction://hlinksldjump"/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hlinkClick r:id="rId2" action="ppaction://hlinksldjump"/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rId2" action="ppaction://hlinksldjump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hlinkClick r:id="rId2" action="ppaction://hlinksldjump"/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hlinkClick r:id="rId2" action="ppaction://hlinksldjump"/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hlinkClick r:id="rId2" action="ppaction://hlinksldjump"/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6302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hlinkClick r:id="rId2" action="ppaction://hlinksldjump"/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5" name="Rectángulo: esquinas redondeadas 44">
            <a:hlinkClick r:id="rId2" action="ppaction://hlinksldjump"/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hlinkClick r:id="rId2" action="ppaction://hlinksldjump"/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rId2" action="ppaction://hlinksldjump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hlinkClick r:id="rId2" action="ppaction://hlinksldjump"/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hlinkClick r:id="rId2" action="ppaction://hlinksldjump"/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7763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hlinkClick r:id="rId2" action="ppaction://hlinksldjump"/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5" name="Rectángulo: esquinas redondeadas 44">
            <a:hlinkClick r:id="rId2" action="ppaction://hlinksldjump"/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hlinkClick r:id="rId2" action="ppaction://hlinksldjump"/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rId2" action="ppaction://hlinksldjump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hlinkClick r:id="rId2" action="ppaction://hlinksldjump"/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773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5" name="Rectángulo: esquinas redondeadas 44">
            <a:hlinkClick r:id="rId2" action="ppaction://hlinksldjump"/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hlinkClick r:id="rId2" action="ppaction://hlinksldjump"/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rId2" action="ppaction://hlinksldjump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hlinkClick r:id="rId2" action="ppaction://hlinksldjump"/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7408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hlinkClick r:id="rId2" action="ppaction://hlinksldjump"/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rId2" action="ppaction://hlinksldjump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hlinkClick r:id="rId2" action="ppaction://hlinksldjump"/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0776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rId2" action="ppaction://hlinksldjump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hlinkClick r:id="rId2" action="ppaction://hlinksldjump"/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115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rId2" action="ppaction://hlinksldjump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45893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rId2" action="ppaction://hlinksldjump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97789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rId2" action="ppaction://hlinksldjump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8465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hlinkClick r:id="rId2" action="ppaction://hlinksldjump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1968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hlinkClick r:id="rId2" action="ppaction://hlinksldjump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3789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hlinkClick r:id="rId2" action="ppaction://hlinksldjump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2493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rId2" action="ppaction://hlinksldjump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6288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hlinkClick r:id="rId2" action="ppaction://hlinksldjump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0028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rId2" action="ppaction://hlinksldjump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2686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19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hlinkClick r:id="rId2" action="ppaction://hlinksldjump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5870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20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19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rId2" action="ppaction://hlinksldjump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5971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20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19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rId2" action="ppaction://hlinksldjump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21</a:t>
            </a:r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5383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20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19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22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21</a:t>
            </a:r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rId2" action="ppaction://hlinksldjump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3523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hlinkClick r:id="rId2" action="ppaction://hlinksldjump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20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19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23</a:t>
            </a: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22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21</a:t>
            </a:r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5130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rId2" action="ppaction://hlinksldjump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20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19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23</a:t>
            </a: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22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21</a:t>
            </a:r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24</a:t>
            </a:r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3891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25</a:t>
            </a: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20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19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23</a:t>
            </a: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22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21</a:t>
            </a:r>
          </a:p>
        </p:txBody>
      </p:sp>
      <p:sp>
        <p:nvSpPr>
          <p:cNvPr id="63" name="Rectángulo: esquinas redondeadas 62">
            <a:hlinkClick r:id="rId2" action="ppaction://hlinksldjump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24</a:t>
            </a:r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1046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25</a:t>
            </a: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26</a:t>
            </a: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20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19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23</a:t>
            </a: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22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21</a:t>
            </a:r>
          </a:p>
        </p:txBody>
      </p:sp>
      <p:sp>
        <p:nvSpPr>
          <p:cNvPr id="63" name="Rectángulo: esquinas redondeadas 6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hlinkClick r:id="rId2" action="ppaction://hlinksldjump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24</a:t>
            </a:r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7753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46DE43C-8F4B-4141-BCC4-20AFAE400BA2}"/>
              </a:ext>
            </a:extLst>
          </p:cNvPr>
          <p:cNvSpPr/>
          <p:nvPr/>
        </p:nvSpPr>
        <p:spPr>
          <a:xfrm>
            <a:off x="121920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710D4AAF-4782-4292-8666-3BDF99003499}"/>
              </a:ext>
            </a:extLst>
          </p:cNvPr>
          <p:cNvSpPr/>
          <p:nvPr/>
        </p:nvSpPr>
        <p:spPr>
          <a:xfrm>
            <a:off x="251011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358A4DBC-5B13-4CF0-AA56-04485A65460A}"/>
              </a:ext>
            </a:extLst>
          </p:cNvPr>
          <p:cNvSpPr/>
          <p:nvPr/>
        </p:nvSpPr>
        <p:spPr>
          <a:xfrm>
            <a:off x="3801036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20B7ED5F-28A2-4C40-A5B3-F83CAF7B55A7}"/>
              </a:ext>
            </a:extLst>
          </p:cNvPr>
          <p:cNvSpPr/>
          <p:nvPr/>
        </p:nvSpPr>
        <p:spPr>
          <a:xfrm>
            <a:off x="5091954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25</a:t>
            </a: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1C8926-B743-46FA-93AD-8C02185681F2}"/>
              </a:ext>
            </a:extLst>
          </p:cNvPr>
          <p:cNvSpPr/>
          <p:nvPr/>
        </p:nvSpPr>
        <p:spPr>
          <a:xfrm>
            <a:off x="6382872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84829343-578D-4B52-8992-0125B39E5805}"/>
              </a:ext>
            </a:extLst>
          </p:cNvPr>
          <p:cNvSpPr/>
          <p:nvPr/>
        </p:nvSpPr>
        <p:spPr>
          <a:xfrm>
            <a:off x="7673790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26</a:t>
            </a: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662678C-7AA9-4D6E-93BD-E7301A86F2FF}"/>
              </a:ext>
            </a:extLst>
          </p:cNvPr>
          <p:cNvSpPr/>
          <p:nvPr/>
        </p:nvSpPr>
        <p:spPr>
          <a:xfrm>
            <a:off x="8964708" y="1281953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20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F04EAE9-2766-4FAA-842A-D85C63028E37}"/>
              </a:ext>
            </a:extLst>
          </p:cNvPr>
          <p:cNvSpPr/>
          <p:nvPr/>
        </p:nvSpPr>
        <p:spPr>
          <a:xfrm>
            <a:off x="121920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961B34E0-3CE2-4195-8485-DDF2B38E2541}"/>
              </a:ext>
            </a:extLst>
          </p:cNvPr>
          <p:cNvSpPr/>
          <p:nvPr/>
        </p:nvSpPr>
        <p:spPr>
          <a:xfrm>
            <a:off x="251011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19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50BED3-45EF-4897-8120-096354395172}"/>
              </a:ext>
            </a:extLst>
          </p:cNvPr>
          <p:cNvSpPr/>
          <p:nvPr/>
        </p:nvSpPr>
        <p:spPr>
          <a:xfrm>
            <a:off x="3801035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0CC20B1F-8DD0-4225-902E-8DF6ACD1D241}"/>
              </a:ext>
            </a:extLst>
          </p:cNvPr>
          <p:cNvSpPr/>
          <p:nvPr/>
        </p:nvSpPr>
        <p:spPr>
          <a:xfrm>
            <a:off x="5091954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23</a:t>
            </a: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1EFB31A-5736-4D16-81F3-99F55C0E219B}"/>
              </a:ext>
            </a:extLst>
          </p:cNvPr>
          <p:cNvSpPr/>
          <p:nvPr/>
        </p:nvSpPr>
        <p:spPr>
          <a:xfrm>
            <a:off x="6382872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94EB61C-0B04-4C2A-B31A-A40CBCB43AFC}"/>
              </a:ext>
            </a:extLst>
          </p:cNvPr>
          <p:cNvSpPr/>
          <p:nvPr/>
        </p:nvSpPr>
        <p:spPr>
          <a:xfrm>
            <a:off x="7673790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2243F97-EF45-4D83-9B1E-214BC83A9D82}"/>
              </a:ext>
            </a:extLst>
          </p:cNvPr>
          <p:cNvSpPr/>
          <p:nvPr/>
        </p:nvSpPr>
        <p:spPr>
          <a:xfrm>
            <a:off x="8964708" y="2277035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32FC5DF9-B14C-47D4-A0F2-143F1F8DE4F5}"/>
              </a:ext>
            </a:extLst>
          </p:cNvPr>
          <p:cNvSpPr/>
          <p:nvPr/>
        </p:nvSpPr>
        <p:spPr>
          <a:xfrm>
            <a:off x="121920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7E6ECAC3-75C9-45B8-847E-1F3EFE468128}"/>
              </a:ext>
            </a:extLst>
          </p:cNvPr>
          <p:cNvSpPr/>
          <p:nvPr/>
        </p:nvSpPr>
        <p:spPr>
          <a:xfrm>
            <a:off x="251011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22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2855A30-95E5-4E68-86AD-A1284947F314}"/>
              </a:ext>
            </a:extLst>
          </p:cNvPr>
          <p:cNvSpPr/>
          <p:nvPr/>
        </p:nvSpPr>
        <p:spPr>
          <a:xfrm>
            <a:off x="3801036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1DBC0DA6-7C66-46B3-8051-6E9558AE4C6B}"/>
              </a:ext>
            </a:extLst>
          </p:cNvPr>
          <p:cNvSpPr/>
          <p:nvPr/>
        </p:nvSpPr>
        <p:spPr>
          <a:xfrm>
            <a:off x="5091954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98F6E10B-1252-4A21-BBF1-7054121C6D00}"/>
              </a:ext>
            </a:extLst>
          </p:cNvPr>
          <p:cNvSpPr/>
          <p:nvPr/>
        </p:nvSpPr>
        <p:spPr>
          <a:xfrm>
            <a:off x="6382872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21</a:t>
            </a: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60EC9FC5-7333-4F4C-9263-23F0505ADFA7}"/>
              </a:ext>
            </a:extLst>
          </p:cNvPr>
          <p:cNvSpPr/>
          <p:nvPr/>
        </p:nvSpPr>
        <p:spPr>
          <a:xfrm>
            <a:off x="7673790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27</a:t>
            </a:r>
          </a:p>
        </p:txBody>
      </p:sp>
      <p:sp>
        <p:nvSpPr>
          <p:cNvPr id="64" name="Rectángulo: esquinas redondeadas 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F209748-622A-4A39-992A-5F5A971D14E4}"/>
              </a:ext>
            </a:extLst>
          </p:cNvPr>
          <p:cNvSpPr/>
          <p:nvPr/>
        </p:nvSpPr>
        <p:spPr>
          <a:xfrm>
            <a:off x="8964708" y="3272117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3A6CA14-BE5B-4B2F-8CC8-FF0D8F9BAF7C}"/>
              </a:ext>
            </a:extLst>
          </p:cNvPr>
          <p:cNvSpPr/>
          <p:nvPr/>
        </p:nvSpPr>
        <p:spPr>
          <a:xfrm>
            <a:off x="121920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12</a:t>
            </a:r>
            <a:endParaRPr lang="es-ES" dirty="0"/>
          </a:p>
        </p:txBody>
      </p:sp>
      <p:sp>
        <p:nvSpPr>
          <p:cNvPr id="66" name="Rectángulo: esquinas redondeadas 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304BE0-5AEA-4B0F-84F7-1B59DBA39216}"/>
              </a:ext>
            </a:extLst>
          </p:cNvPr>
          <p:cNvSpPr/>
          <p:nvPr/>
        </p:nvSpPr>
        <p:spPr>
          <a:xfrm>
            <a:off x="251011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45F167B7-D99C-4286-B3CF-9C2A83D17F36}"/>
              </a:ext>
            </a:extLst>
          </p:cNvPr>
          <p:cNvSpPr/>
          <p:nvPr/>
        </p:nvSpPr>
        <p:spPr>
          <a:xfrm>
            <a:off x="3801036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C2B476A4-EEB8-450B-ABA9-E674B209C767}"/>
              </a:ext>
            </a:extLst>
          </p:cNvPr>
          <p:cNvSpPr/>
          <p:nvPr/>
        </p:nvSpPr>
        <p:spPr>
          <a:xfrm>
            <a:off x="5091954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24</a:t>
            </a:r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8110DBA3-18D0-4DC8-A060-8B24DCF63BB6}"/>
              </a:ext>
            </a:extLst>
          </p:cNvPr>
          <p:cNvSpPr/>
          <p:nvPr/>
        </p:nvSpPr>
        <p:spPr>
          <a:xfrm>
            <a:off x="6382872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3CE6B39D-BB89-4336-BBBF-9403C8EB9DDC}"/>
              </a:ext>
            </a:extLst>
          </p:cNvPr>
          <p:cNvSpPr/>
          <p:nvPr/>
        </p:nvSpPr>
        <p:spPr>
          <a:xfrm>
            <a:off x="7673790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FC41F8A7-BA09-40D5-A9C9-EF9900A47F59}"/>
              </a:ext>
            </a:extLst>
          </p:cNvPr>
          <p:cNvSpPr/>
          <p:nvPr/>
        </p:nvSpPr>
        <p:spPr>
          <a:xfrm>
            <a:off x="8964708" y="4267199"/>
            <a:ext cx="1183341" cy="78889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1802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888287-C47A-F923-6F7C-B0C8F2E9B10E}"/>
              </a:ext>
            </a:extLst>
          </p:cNvPr>
          <p:cNvSpPr txBox="1"/>
          <p:nvPr/>
        </p:nvSpPr>
        <p:spPr>
          <a:xfrm>
            <a:off x="2940867" y="1149790"/>
            <a:ext cx="6310265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prstTxWarp prst="textInflateTop">
              <a:avLst/>
            </a:prstTxWarp>
            <a:spAutoFit/>
          </a:bodyPr>
          <a:lstStyle/>
          <a:p>
            <a:r>
              <a:rPr lang="es-ES" dirty="0"/>
              <a:t>¡¡FELICIDADES HAS GANADO!!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4E6DB7-879A-4CAA-A733-17C5B07A939E}"/>
              </a:ext>
            </a:extLst>
          </p:cNvPr>
          <p:cNvSpPr txBox="1"/>
          <p:nvPr/>
        </p:nvSpPr>
        <p:spPr>
          <a:xfrm>
            <a:off x="4155541" y="2009869"/>
            <a:ext cx="4499572" cy="369332"/>
          </a:xfrm>
          <a:prstGeom prst="rect">
            <a:avLst/>
          </a:prstGeom>
          <a:noFill/>
        </p:spPr>
        <p:txBody>
          <a:bodyPr wrap="square" rtlCol="0">
            <a:prstTxWarp prst="textDoubleWave1">
              <a:avLst/>
            </a:prstTxWarp>
            <a:spAutoFit/>
          </a:bodyPr>
          <a:lstStyle/>
          <a:p>
            <a:r>
              <a:rPr lang="es-ES" dirty="0"/>
              <a:t>Seguro que te ha sido muy complicado …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3DBF9F-578A-A266-86BB-3D20BA0DB2C6}"/>
              </a:ext>
            </a:extLst>
          </p:cNvPr>
          <p:cNvSpPr txBox="1"/>
          <p:nvPr/>
        </p:nvSpPr>
        <p:spPr>
          <a:xfrm>
            <a:off x="4544839" y="3244334"/>
            <a:ext cx="4037846" cy="369332"/>
          </a:xfrm>
          <a:prstGeom prst="rect">
            <a:avLst/>
          </a:prstGeom>
          <a:noFill/>
        </p:spPr>
        <p:txBody>
          <a:bodyPr wrap="square" rtlCol="0">
            <a:prstTxWarp prst="textDeflate">
              <a:avLst/>
            </a:prstTxWarp>
            <a:spAutoFit/>
          </a:bodyPr>
          <a:lstStyle/>
          <a:p>
            <a:r>
              <a:rPr lang="es-ES" dirty="0"/>
              <a:t>Por eso te mereces un premio </a:t>
            </a:r>
            <a:r>
              <a:rPr lang="es-ES" dirty="0">
                <a:sym typeface="Wingdings" panose="05000000000000000000" pitchFamily="2" charset="2"/>
              </a:rPr>
              <a:t></a:t>
            </a:r>
            <a:endParaRPr lang="es-ES" dirty="0"/>
          </a:p>
        </p:txBody>
      </p:sp>
      <p:pic>
        <p:nvPicPr>
          <p:cNvPr id="1028" name="Picture 4" descr="100 motivos para ser del Madrid (y no del Barça)">
            <a:extLst>
              <a:ext uri="{FF2B5EF4-FFF2-40B4-BE49-F238E27FC236}">
                <a16:creationId xmlns:a16="http://schemas.microsoft.com/office/drawing/2014/main" id="{4FC8A274-0D66-D014-BDA8-49BC71EFE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847" y="1190659"/>
            <a:ext cx="7306998" cy="4107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338BF29-123E-5D9F-054C-00F3D3BCBAD8}"/>
              </a:ext>
            </a:extLst>
          </p:cNvPr>
          <p:cNvSpPr txBox="1"/>
          <p:nvPr/>
        </p:nvSpPr>
        <p:spPr>
          <a:xfrm>
            <a:off x="3823579" y="524033"/>
            <a:ext cx="4544840" cy="369332"/>
          </a:xfrm>
          <a:prstGeom prst="rect">
            <a:avLst/>
          </a:prstGeom>
          <a:noFill/>
        </p:spPr>
        <p:txBody>
          <a:bodyPr wrap="square" rtlCol="0">
            <a:prstTxWarp prst="textStop">
              <a:avLst/>
            </a:prstTxWarp>
            <a:spAutoFit/>
          </a:bodyPr>
          <a:lstStyle/>
          <a:p>
            <a:r>
              <a:rPr lang="es-ES" dirty="0"/>
              <a:t>Y es nada más y nada menos que …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D27CB8F-015F-B1B2-F0C7-12FBC8D1B615}"/>
              </a:ext>
            </a:extLst>
          </p:cNvPr>
          <p:cNvSpPr txBox="1"/>
          <p:nvPr/>
        </p:nvSpPr>
        <p:spPr>
          <a:xfrm>
            <a:off x="4418091" y="5661879"/>
            <a:ext cx="3823580" cy="369332"/>
          </a:xfrm>
          <a:prstGeom prst="rect">
            <a:avLst/>
          </a:prstGeom>
          <a:noFill/>
        </p:spPr>
        <p:txBody>
          <a:bodyPr wrap="square" rtlCol="0">
            <a:prstTxWarp prst="textStop">
              <a:avLst/>
            </a:prstTxWarp>
            <a:spAutoFit/>
          </a:bodyPr>
          <a:lstStyle/>
          <a:p>
            <a:r>
              <a:rPr lang="es-ES" dirty="0"/>
              <a:t>Un beso del Bicho, SIUUUUUU</a:t>
            </a:r>
          </a:p>
        </p:txBody>
      </p:sp>
    </p:spTree>
    <p:extLst>
      <p:ext uri="{BB962C8B-B14F-4D97-AF65-F5344CB8AC3E}">
        <p14:creationId xmlns:p14="http://schemas.microsoft.com/office/powerpoint/2010/main" val="330891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500"/>
                            </p:stCondLst>
                            <p:childTnLst>
                              <p:par>
                                <p:cTn id="2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5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25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130</TotalTime>
  <Words>466</Words>
  <Application>Microsoft Office PowerPoint</Application>
  <PresentationFormat>Panorámica</PresentationFormat>
  <Paragraphs>419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Celestial</vt:lpstr>
      <vt:lpstr>JUEGO DE LOS NÚMEROS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JUEGO DE LOS NÚMEROS</dc:title>
  <dc:creator>SMR1A-23</dc:creator>
  <cp:lastModifiedBy>Dario Nieto</cp:lastModifiedBy>
  <cp:revision>16</cp:revision>
  <dcterms:created xsi:type="dcterms:W3CDTF">2023-11-22T07:56:03Z</dcterms:created>
  <dcterms:modified xsi:type="dcterms:W3CDTF">2023-11-23T19:29:14Z</dcterms:modified>
</cp:coreProperties>
</file>